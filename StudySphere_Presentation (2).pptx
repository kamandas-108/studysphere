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37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StudySphere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Study Companion for School Students</a:t>
            </a:r>
          </a:p>
          <a:p>
            <a:r>
              <a:t>Developed by Kaman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Brief About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StudySphere is an AI-powered learning platform that helps students understand difficult concepts, generate quizzes, create personalized study plans, and solve doubts instantly using Gemini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Combines explanation, quiz generation, planning, and doubt solving in one platform.</a:t>
            </a:r>
          </a:p>
          <a:p>
            <a:r>
              <a:t>b) Helps students learn faster and more effectively.</a:t>
            </a:r>
          </a:p>
          <a:p>
            <a:r>
              <a:t>c) USP: Personalized AI-driven learning experience for school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Concept Explainer</a:t>
            </a:r>
          </a:p>
          <a:p>
            <a:r>
              <a:t>• Instant Quiz Generator</a:t>
            </a:r>
          </a:p>
          <a:p>
            <a:r>
              <a:t>• Personalized Study Planner</a:t>
            </a:r>
          </a:p>
          <a:p>
            <a:r>
              <a:t>• AI Doubt Solver</a:t>
            </a:r>
          </a:p>
          <a:p>
            <a:r>
              <a:t>• Gemini AI Powered Responses</a:t>
            </a:r>
          </a:p>
          <a:p>
            <a:r>
              <a:t>• Clean Student-Friendly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Input → Flask Backend → Gemini AI → Generated Response → Student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Wireframes / Mockups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mockups and feature screens shown in following MVP snapshots.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(HTML/CSS/JS)</a:t>
            </a:r>
          </a:p>
          <a:p>
            <a:r>
              <a:t>↓</a:t>
            </a:r>
          </a:p>
          <a:p>
            <a:r>
              <a:t>Flask Backend (Python)</a:t>
            </a:r>
          </a:p>
          <a:p>
            <a:r>
              <a:t>↓</a:t>
            </a:r>
          </a:p>
          <a:p>
            <a:r>
              <a:t>Gemini AI API</a:t>
            </a:r>
          </a:p>
          <a:p>
            <a:r>
              <a:t>↓</a:t>
            </a:r>
          </a:p>
          <a:p>
            <a:r>
              <a:t>Response Processing</a:t>
            </a:r>
          </a:p>
          <a:p>
            <a:r>
              <a:t>↓</a:t>
            </a:r>
          </a:p>
          <a:p>
            <a:r>
              <a:t>Frontend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Flask (Python)</a:t>
            </a:r>
          </a:p>
          <a:p>
            <a:r>
              <a:t>AI: Google Gemini API</a:t>
            </a:r>
          </a:p>
          <a:p>
            <a:r>
              <a:t>Deployment: GitHub Pages / Flask Hosting</a:t>
            </a:r>
          </a:p>
          <a:p>
            <a:r>
              <a:t>Version Control: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Snapshots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smtClean="0"/>
              <a:t> </a:t>
            </a:r>
            <a:r>
              <a:t>shown on this slide.</a:t>
            </a:r>
          </a:p>
        </p:txBody>
      </p:sp>
      <p:pic>
        <p:nvPicPr>
          <p:cNvPr id="4" name="Picture 3" descr="Screenshot 2026-06-19 1639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931920" cy="1857309"/>
          </a:xfrm>
          <a:prstGeom prst="rect">
            <a:avLst/>
          </a:prstGeom>
        </p:spPr>
      </p:pic>
      <p:pic>
        <p:nvPicPr>
          <p:cNvPr id="5" name="Picture 4" descr="Screenshot 2026-06-19 1637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5230"/>
            <a:ext cx="3931920" cy="1859359"/>
          </a:xfrm>
          <a:prstGeom prst="rect">
            <a:avLst/>
          </a:prstGeom>
        </p:spPr>
      </p:pic>
      <p:pic>
        <p:nvPicPr>
          <p:cNvPr id="6" name="Picture 5" descr="Screenshot 2026-06-19 1635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474720"/>
            <a:ext cx="3931920" cy="1857309"/>
          </a:xfrm>
          <a:prstGeom prst="rect">
            <a:avLst/>
          </a:prstGeom>
        </p:spPr>
      </p:pic>
      <p:pic>
        <p:nvPicPr>
          <p:cNvPr id="7" name="Picture 6" descr="Screenshot 2026-06-19 1634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74720"/>
            <a:ext cx="3931920" cy="18593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accounts</a:t>
            </a:r>
          </a:p>
          <a:p>
            <a:r>
              <a:t>• Progress tracking</a:t>
            </a:r>
          </a:p>
          <a:p>
            <a:r>
              <a:t>• Note upload and summarization</a:t>
            </a:r>
          </a:p>
          <a:p>
            <a:r>
              <a:t>• Multi-language support</a:t>
            </a:r>
          </a:p>
          <a:p>
            <a:r>
              <a:t>• Performance analytics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Repository:</a:t>
            </a:r>
          </a:p>
          <a:p>
            <a:r>
              <a:t>https://github.com/kamandas-108/StudySphere</a:t>
            </a:r>
          </a:p>
          <a:p>
            <a:endParaRPr/>
          </a:p>
          <a:p>
            <a:r>
              <a:t>Live Prototype:</a:t>
            </a:r>
          </a:p>
          <a:p>
            <a:r>
              <a:t>https://kamandas-108.github.io/StudySphere/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time and consideration.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</TotalTime>
  <Words>247</Words>
  <Application>Microsoft Macintosh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Apex</vt:lpstr>
      <vt:lpstr>StudySphere</vt:lpstr>
      <vt:lpstr>Brief About the Solution</vt:lpstr>
      <vt:lpstr>Opportunities</vt:lpstr>
      <vt:lpstr>Features</vt:lpstr>
      <vt:lpstr>Process Flow Diagram</vt:lpstr>
      <vt:lpstr>Wireframes / Mockups</vt:lpstr>
      <vt:lpstr>Architecture Diagram</vt:lpstr>
      <vt:lpstr>Technologies Used</vt:lpstr>
      <vt:lpstr>MVP Snapshots</vt:lpstr>
      <vt:lpstr>Future Development</vt:lpstr>
      <vt:lpstr>Project Links</vt:lpstr>
      <vt:lpstr>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StudySphere</dc:title>
  <dc:creator>Manas Das</dc:creator>
  <dc:description>generated using python-pptx</dc:description>
  <cp:lastModifiedBy>Manas Das</cp:lastModifiedBy>
  <cp:revision>2</cp:revision>
  <dcterms:created xsi:type="dcterms:W3CDTF">2013-01-27T09:14:16Z</dcterms:created>
  <dcterms:modified xsi:type="dcterms:W3CDTF">2026-06-19T13:00:19Z</dcterms:modified>
</cp:coreProperties>
</file>